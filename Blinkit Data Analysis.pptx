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 showGuides="1">
      <p:cViewPr varScale="1">
        <p:scale>
          <a:sx n="82" d="100"/>
          <a:sy n="82" d="100"/>
        </p:scale>
        <p:origin x="691" y="72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amana29/Blinkit_Data_Analysis.git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3500" b="1" dirty="0"/>
              <a:t>Blinkit Grocery Sales Data Analysis</a:t>
            </a:r>
            <a:endParaRPr lang="en-US" sz="3500" b="1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US" sz="1600" cap="all" dirty="0"/>
              <a:t>CHIRUMAMILLA GAMANA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cap="all" dirty="0"/>
              <a:t>KL UNIVERSITY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en-US" sz="1600" cap="all" dirty="0"/>
              <a:t>ECE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en-US" sz="1600" cap="all" dirty="0"/>
              <a:t>2320040075@klh.edu.in</a:t>
            </a:r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071A56-21A7-DC6C-8166-26E55934C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710" y="937927"/>
            <a:ext cx="3801546" cy="47891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Problem Statement 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System Development Approach 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Result (Output Image)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Conclusion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Future Scope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References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endParaRPr lang="en-GB" sz="2200" dirty="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17223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EFDEB8-B260-CD01-C9D1-673DEA767F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0512" y="2102018"/>
            <a:ext cx="1177396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quick-commerce platforms like Blinkit face challenges in managing grocery sales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Businesses often lack insights into customer purchasing patterns and outlet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data-driven analysis, decision-making relies on assumptions, leading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Overstock or stockouts of grocery items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allocation of resources across outlets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of potential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Decreased customer satisfaction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data, customer ratings, and outlet details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trends and optimize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Enable stakeholders to make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decisions backed by actionable insights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353" y="892499"/>
            <a:ext cx="11300562" cy="471519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494F3F1-FDAF-4030-290F-67F22CC25D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1083" y="2118205"/>
            <a:ext cx="1052967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historical Blinkit sales data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sales patterns and customer preferences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outlet performance based on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type, size, location, and 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multiple tools for end-to-end 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Data extraction, transformation, aggregation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Data cleaning, EDA, visualizations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Quick KPI verification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dashboards for business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outcomes: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 and low-performing products and outlets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 strategies to improve revenue and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visual, interactive, and actionable dashboard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stakeholders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32793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AF255F-F931-ACFD-6DFE-53A82BCD0E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839" y="1902893"/>
            <a:ext cx="1096321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Collection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Gather sales, outlet, and customer rating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product details: item type, fat content, and revenue generated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Data Preprocessing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missing values, remove duplicates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for metrics like avg. sales, avg. rating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Analysis &amp; Visualization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Python: Grouped metrics, trends, and correlation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BI: Interactive charts, matrices, KPI cards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Dashboard Deployment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insights for stakeholders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Drill-down, dynamic filtering, and geo-based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97D09C-F490-73A1-F439-886B8CB346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6031" y="1956492"/>
            <a:ext cx="1041685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Extract and aggregate sales, ratings, and outlet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(Pandas, Matplotlib, Seaborn)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 visualization and correlation study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with charts (donut, bar, stacked column, funnel map, KPI cards)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filters and drill-downs for stakeholder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 Summary: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 → 2. Data cleaning → 3. EDA → 4. KPI calculation → 5. Dashboard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85" y="901829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876F1B-3361-48B5-8BB9-72AD573115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934" y="1884908"/>
            <a:ext cx="401216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Analysis: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product categories contributing most to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distribution by fat content, item type, outlet type, and location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Outlet Performance: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Larger and older outlets in premium locations generated higher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ratings correlated with best-selling products and outlets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Trends in purchases by time, location, and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drill-down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411595-13B9-B047-363D-A86504BDF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333" y="1562324"/>
            <a:ext cx="7560535" cy="42929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89" y="959609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7470BD-32C4-DD35-8920-B335A84818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176" y="2975978"/>
            <a:ext cx="1115779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power of data-driven decision making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retail grocery.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can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trends, optimize inventory, and improve outlet performance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Python, SQL, Excel, and Power BI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 full business intelligence workflow.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interactive dashboard allows stakeholders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filter, drill-down, and view insights quickly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Outcome: Improved revenue potential, efficient operations, and better customer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02276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683" y="2461430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sales 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live monitoring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inventory demand forecasting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analytics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promotions, discounts, campaigns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analysis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cities or regions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broader business strategy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customer feedback for deeper insights</a:t>
            </a:r>
          </a:p>
          <a:p>
            <a:pPr marL="0" indent="0">
              <a:buNone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3616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References: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11" y="182242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on Bike Sharing Data Using Regression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study comparing multiple statistical models for predicting bike demand with weather and time variables, measuring accuracy with RMSE and R‑Squared.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Bike‑Sharing Demand Forecasting Using Machine Learning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Describes a practical ML pipeline for station‑level demand forecasting and deployment in a real system, highlighting the value of ML in operational predictions. 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https://github.com/gamana29/Blinkit_Data_Analysis.git</a:t>
            </a:r>
            <a:endParaRPr lang="en-IN" sz="22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710</Words>
  <Application>Microsoft Office PowerPoint</Application>
  <PresentationFormat>Widescreen</PresentationFormat>
  <Paragraphs>93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GAMANA CHIRUMAMILLA</cp:lastModifiedBy>
  <cp:revision>102</cp:revision>
  <dcterms:created xsi:type="dcterms:W3CDTF">2024-05-21T11:55:00Z</dcterms:created>
  <dcterms:modified xsi:type="dcterms:W3CDTF">2026-03-18T15:22:18Z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